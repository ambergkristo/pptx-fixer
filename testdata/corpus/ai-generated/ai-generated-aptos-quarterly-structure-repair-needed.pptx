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AI Repair Candidate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Generated content overflow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Needs structure repair</a:t>
            </a:r>
          </a:p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Generated appendix notes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Beech</a:t>
            </a:r>
          </a:p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