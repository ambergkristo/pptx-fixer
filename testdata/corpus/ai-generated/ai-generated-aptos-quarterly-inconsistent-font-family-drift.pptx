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</Types>
</file>

<file path=_rels/.rels><?xml version="1.0" encoding="UTF-8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>
  <p:sldIdLst>
    <p:sldId id="256" r:id="rId1"/>
    <p:sldId id="257" r:id="rId2"/>
  </p:sldIdLst>
  <p:sldSz cx="9144000" cy="5143500"/>
  <p:notesSz cx="6858000" cy="9144000"/>
</p:presentation>
</file>

<file path=ppt/_rels/presentation.xml.rels><?xml version="1.0" encoding="UTF-8"?>
<Relationships xmlns="http://schemas.openxmlformats.org/package/2006/relationships">
  <Relationship Id="rId1" Type="http://schemas.openxmlformats.org/officeDocument/2006/relationships/slide" Target="slides/slide1.xml"/>
  <Relationship Id="rId2" Type="http://schemas.openxmlformats.org/officeDocument/2006/relationships/slide" Target="slides/slide2.xml"/>
</Relationships>
</file>

<file path=ppt/slides/slide1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table Body A 1"/>
          <p:cNvSpPr/>
          <p:nvPr/>
        </p:nvSpPr>
        <p:spPr/>
        <p:txBody>
          <a:bodyPr/>
          <a:lstStyle/>
          <a:p>
            <a:pPr algn="l">
              <a:spcBef>
                <a:spcPts val="400"/>
              </a:spcBef>
            </a:pPr>
            <a:r>
              <a:rPr sz="2000">
                <a:latin typeface="Aptos"/>
              </a:rPr>
              <a:t>AI Ops Review</a:t>
            </a:r>
          </a:p>
          <a:p>
            <a:pPr algn="l">
              <a:spcBef>
                <a:spcPts val="400"/>
              </a:spcBef>
            </a:pPr>
            <a:r>
              <a:rPr sz="2000">
                <a:latin typeface="Aptos"/>
              </a:rPr>
              <a:t>Generated KPI digest</a:t>
            </a:r>
          </a:p>
        </p:txBody>
      </p:sp>
      <p:sp>
        <p:nvSpPr>
          <p:cNvPr id="3" name="Target Body 1"/>
          <p:cNvSpPr/>
          <p:nvPr/>
        </p:nvSpPr>
        <p:spPr/>
        <p:txBody>
          <a:bodyPr/>
          <a:lstStyle/>
          <a:p>
            <a:pPr algn="l">
              <a:spcBef>
                <a:spcPts val="400"/>
              </a:spcBef>
            </a:pPr>
            <a:r>
              <a:rPr sz="2000">
                <a:latin typeface="Arial"/>
              </a:rPr>
              <a:t>Generated staffing assumptions</a:t>
            </a:r>
          </a:p>
          <a:p>
            <a:pPr algn="l">
              <a:spcBef>
                <a:spcPts val="400"/>
              </a:spcBef>
            </a:pPr>
            <a:r>
              <a:rPr sz="2000">
                <a:latin typeface="Aptos"/>
              </a:rPr>
              <a:t>Generated backlog notes</a:t>
            </a:r>
          </a:p>
        </p:txBody>
      </p:sp>
      <p:sp>
        <p:nvSpPr>
          <p:cNvPr id="4" name="Stable Body B 1"/>
          <p:cNvSpPr/>
          <p:nvPr/>
        </p:nvSpPr>
        <p:spPr/>
        <p:txBody>
          <a:bodyPr/>
          <a:lstStyle/>
          <a:p>
            <a:pPr algn="l">
              <a:spcBef>
                <a:spcPts val="400"/>
              </a:spcBef>
            </a:pPr>
            <a:r>
              <a:rPr sz="2000">
                <a:latin typeface="Aptos"/>
              </a:rPr>
              <a:t>Maple</a:t>
            </a:r>
          </a:p>
          <a:p>
            <a:pPr algn="l">
              <a:spcBef>
                <a:spcPts val="400"/>
              </a:spcBef>
            </a:pPr>
            <a:r>
              <a:rPr sz="2000">
                <a:latin typeface="Aptos"/>
              </a:rPr>
              <a:t>Spruce</a:t>
            </a:r>
          </a:p>
        </p:txBody>
      </p:sp>
      <p:sp>
        <p:nvSpPr>
          <p:cNvPr id="5" name="Inherited Noise 1"/>
          <p:cNvSpPr/>
          <p:nvPr/>
        </p:nvSpPr>
        <p:spPr/>
        <p:txBody>
          <a:bodyPr/>
          <a:lstStyle/>
          <a:p>
            <a:pPr algn="l">
              <a:spcBef>
                <a:spcPts val="400"/>
              </a:spcBef>
            </a:pPr>
            <a:r>
              <a:rPr sz="2000">
                <a:latin typeface="Aptos"/>
              </a:rPr>
              <a:t>Loose</a:t>
            </a:r>
            <a:r>
              <a:rPr/>
              <a:t>Theme</a:t>
            </a:r>
          </a:p>
        </p:txBody>
      </p:sp>
      <p:sp>
        <p:nvSpPr>
          <p:cNvPr id="6" name="Size Mix Noise 1"/>
          <p:cNvSpPr/>
          <p:nvPr/>
        </p:nvSpPr>
        <p:spPr/>
        <p:txBody>
          <a:bodyPr/>
          <a:lstStyle/>
          <a:p>
            <a:pPr algn="l">
              <a:spcBef>
                <a:spcPts val="400"/>
              </a:spcBef>
            </a:pPr>
            <a:r>
              <a:rPr sz="2000">
                <a:latin typeface="Aptos"/>
              </a:rPr>
              <a:t>Variant</a:t>
            </a:r>
            <a:r>
              <a:rPr sz="2200">
                <a:latin typeface="Aptos"/>
              </a:rPr>
              <a:t>Mix</a:t>
            </a:r>
          </a:p>
        </p:txBody>
      </p:sp>
    </p:spTree>
  </p:cSld>
</p:sld>
</file>

<file path=ppt/slides/slide2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table Body A 2"/>
          <p:cNvSpPr/>
          <p:nvPr/>
        </p:nvSpPr>
        <p:spPr/>
        <p:txBody>
          <a:bodyPr/>
          <a:lstStyle/>
          <a:p>
            <a:pPr algn="l">
              <a:spcBef>
                <a:spcPts val="400"/>
              </a:spcBef>
            </a:pPr>
            <a:r>
              <a:rPr sz="2000">
                <a:latin typeface="Aptos"/>
              </a:rPr>
              <a:t>Willow</a:t>
            </a:r>
          </a:p>
          <a:p>
            <a:pPr algn="l">
              <a:spcBef>
                <a:spcPts val="400"/>
              </a:spcBef>
            </a:pPr>
            <a:r>
              <a:rPr sz="2000">
                <a:latin typeface="Aptos"/>
              </a:rPr>
              <a:t>Alder</a:t>
            </a:r>
          </a:p>
        </p:txBody>
      </p:sp>
      <p:sp>
        <p:nvSpPr>
          <p:cNvPr id="3" name="Target Body 2"/>
          <p:cNvSpPr/>
          <p:nvPr/>
        </p:nvSpPr>
        <p:spPr/>
        <p:txBody>
          <a:bodyPr/>
          <a:lstStyle/>
          <a:p>
            <a:pPr algn="l">
              <a:spcBef>
                <a:spcPts val="400"/>
              </a:spcBef>
            </a:pPr>
            <a:r>
              <a:rPr sz="2000">
                <a:latin typeface="Aptos"/>
              </a:rPr>
              <a:t>Beech</a:t>
            </a:r>
          </a:p>
          <a:p>
            <a:pPr algn="l">
              <a:spcBef>
                <a:spcPts val="400"/>
              </a:spcBef>
            </a:pPr>
            <a:r>
              <a:rPr sz="2200">
                <a:latin typeface="Arial"/>
              </a:rPr>
              <a:t>Ash</a:t>
            </a:r>
          </a:p>
        </p:txBody>
      </p:sp>
      <p:sp>
        <p:nvSpPr>
          <p:cNvPr id="4" name="Stable Body B 2"/>
          <p:cNvSpPr/>
          <p:nvPr/>
        </p:nvSpPr>
        <p:spPr/>
        <p:txBody>
          <a:bodyPr/>
          <a:lstStyle/>
          <a:p>
            <a:pPr algn="l">
              <a:spcBef>
                <a:spcPts val="400"/>
              </a:spcBef>
            </a:pPr>
            <a:r>
              <a:rPr sz="2000">
                <a:latin typeface="Aptos"/>
              </a:rPr>
              <a:t>Fir</a:t>
            </a:r>
          </a:p>
          <a:p>
            <a:pPr algn="l">
              <a:spcBef>
                <a:spcPts val="400"/>
              </a:spcBef>
            </a:pPr>
            <a:r>
              <a:rPr sz="2000">
                <a:latin typeface="Aptos"/>
              </a:rPr>
              <a:t>Elm</a:t>
            </a:r>
          </a:p>
        </p:txBody>
      </p:sp>
      <p:sp>
        <p:nvSpPr>
          <p:cNvPr id="5" name="Inherited Noise 2"/>
          <p:cNvSpPr/>
          <p:nvPr/>
        </p:nvSpPr>
        <p:spPr/>
        <p:txBody>
          <a:bodyPr/>
          <a:lstStyle/>
          <a:p>
            <a:pPr algn="l">
              <a:spcBef>
                <a:spcPts val="400"/>
              </a:spcBef>
            </a:pPr>
            <a:r>
              <a:rPr sz="2000">
                <a:latin typeface="Aptos"/>
              </a:rPr>
              <a:t>Layer</a:t>
            </a:r>
            <a:r>
              <a:rPr/>
              <a:t>Master</a:t>
            </a:r>
          </a:p>
        </p:txBody>
      </p:sp>
      <p:sp>
        <p:nvSpPr>
          <p:cNvPr id="6" name="Size Mix Noise 2"/>
          <p:cNvSpPr/>
          <p:nvPr/>
        </p:nvSpPr>
        <p:spPr/>
        <p:txBody>
          <a:bodyPr/>
          <a:lstStyle/>
          <a:p>
            <a:pPr algn="l">
              <a:spcBef>
                <a:spcPts val="400"/>
              </a:spcBef>
            </a:pPr>
            <a:r>
              <a:rPr sz="2000">
                <a:latin typeface="Aptos"/>
              </a:rPr>
              <a:t>Offset</a:t>
            </a:r>
            <a:r>
              <a:rPr sz="2200">
                <a:latin typeface="Aptos"/>
              </a:rPr>
              <a:t>Blend</a:t>
            </a:r>
          </a:p>
        </p:txBody>
      </p:sp>
    </p:spTree>
  </p:cSld>
</p:sld>
</file>