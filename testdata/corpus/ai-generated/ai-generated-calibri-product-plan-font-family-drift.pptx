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Arial"/>
              </a:rPr>
              <a:t>AI Product Plan</a:t>
            </a:r>
          </a:p>
          <a:p>
            <a:pPr algn="l"/>
            <a:r>
              <a:rPr sz="2400">
                <a:latin typeface="Calibri"/>
              </a:rPr>
              <a:t>Generated launch sequence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Generated pricing notes</a:t>
            </a:r>
          </a:p>
          <a:p>
            <a:pPr algn="l"/>
            <a:r>
              <a:rPr sz="2400">
                <a:latin typeface="Calibri"/>
              </a:rPr>
              <a:t>Generated risk register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Epsilon</a:t>
            </a:r>
          </a:p>
          <a:p>
            <a:pPr algn="l"/>
            <a:r>
              <a:rPr sz="2400">
                <a:latin typeface="Calibri"/>
              </a:rPr>
              <a:t>Zeta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C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Eta</a:t>
            </a:r>
          </a:p>
          <a:p>
            <a:pPr algn="l"/>
            <a:r>
              <a:rPr sz="2400">
                <a:latin typeface="Calibri"/>
              </a:rPr>
              <a:t>Theta</a:t>
            </a:r>
          </a:p>
        </p:txBody>
      </p:sp>
      <p:sp>
        <p:nvSpPr>
          <p:cNvPr id="3" name="Body D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Arial"/>
              </a:rPr>
              <a:t>Iota</a:t>
            </a:r>
          </a:p>
          <a:p>
            <a:pPr algn="l"/>
            <a:r>
              <a:rPr sz="2400">
                <a:latin typeface="Calibri"/>
              </a:rPr>
              <a:t>Kappa</a:t>
            </a:r>
          </a:p>
        </p:txBody>
      </p:sp>
      <p:sp>
        <p:nvSpPr>
          <p:cNvPr id="4" name="Body E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Arial"/>
              </a:rPr>
              <a:t>Lambda</a:t>
            </a:r>
          </a:p>
          <a:p>
            <a:pPr algn="l"/>
            <a:r>
              <a:rPr sz="2400">
                <a:latin typeface="Calibri"/>
              </a:rPr>
              <a:t>Mu</a:t>
            </a:r>
          </a:p>
        </p:txBody>
      </p:sp>
    </p:spTree>
  </p:cSld>
</p:sld>
</file>