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Boundary: Typography Roles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Boundary baseline paragraph.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Georgia"/>
              </a:rPr>
              <a:t>Boundary Georgia role must stay distinct.</a:t>
            </a:r>
          </a:p>
          <a:p>
            <a:pPr>
              <a:spcAft>
                <a:spcPts val="1800"/>
              </a:spcAft>
              <a:buNone/>
            </a:pPr>
            <a:r>
              <a:rPr sz="2400">
                <a:latin typeface="Aptos"/>
              </a:rPr>
              <a:t>Boundary 24pt role must stay larger.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Boundary baseline paragraph repeated.</a:t>
            </a:r>
          </a:p>
        </p:txBody>
      </p:sp>
    </p:spTree>
  </p:cSld>
</p:sld>
</file>