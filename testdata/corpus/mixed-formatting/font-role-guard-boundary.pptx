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IdLst>
    <p:sldId id="256" r:id="rId1"/>
  </p:sldIdLst>
</p:presentation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" Target="slides/slide1.xml"/>
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Boundary"/>
          <p:cNvSpPr/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800">
                <a:latin typeface="Calibri"/>
              </a:rPr>
              <a:t>Boundary: Typography Roles</a:t>
            </a:r>
          </a:p>
        </p:txBody>
      </p:sp>
      <p:sp>
        <p:nvSpPr>
          <p:cNvPr id="3" name="Boundary Body"/>
          <p:cNvSpPr/>
          <p:nvPr/>
        </p:nvSpPr>
        <p:spPr/>
        <p:txBody>
          <a:bodyPr/>
          <a:lstStyle/>
          <a:p>
            <a:pPr>
              <a:spcAft>
                <a:spcPts val="1800"/>
              </a:spcAft>
              <a:buNone/>
            </a:pPr>
            <a:r>
              <a:rPr sz="2000">
                <a:latin typeface="Calibri"/>
              </a:rPr>
              <a:t>Boundary baseline paragraph.</a:t>
            </a:r>
          </a:p>
          <a:p>
            <a:pPr>
              <a:spcAft>
                <a:spcPts val="1800"/>
              </a:spcAft>
              <a:buNone/>
            </a:pPr>
            <a:r>
              <a:rPr sz="2000">
                <a:latin typeface="Georgia"/>
              </a:rPr>
              <a:t>Boundary Georgia role must stay distinct.</a:t>
            </a:r>
          </a:p>
          <a:p>
            <a:pPr>
              <a:spcAft>
                <a:spcPts val="1800"/>
              </a:spcAft>
              <a:buNone/>
            </a:pPr>
            <a:r>
              <a:rPr sz="2400">
                <a:latin typeface="Calibri"/>
              </a:rPr>
              <a:t>Boundary 24pt role must stay larger.</a:t>
            </a:r>
          </a:p>
          <a:p>
            <a:pPr>
              <a:spcAft>
                <a:spcPts val="1800"/>
              </a:spcAft>
              <a:buNone/>
            </a:pPr>
            <a:r>
              <a:rPr sz="2000">
                <a:latin typeface="Calibri"/>
              </a:rPr>
              <a:t>Boundary baseline paragraph repeated.</a:t>
            </a:r>
          </a:p>
        </p:txBody>
      </p:sp>
    </p:spTree>
  </p:cSld>
</p:sld>
</file>