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>
  <p:sldIdLst>
    <p:sldId id="256" r:id="rId1"/>
    <p:sldId id="257" r:id="rId2"/>
  </p:sldIdLst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/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Mixed Hard Boundary</a:t>
            </a:r>
          </a:p>
        </p:txBody>
      </p:sp>
      <p:sp>
        <p:nvSpPr>
          <p:cNvPr id="3" name="Numbered List"/>
          <p:cNvSpPr/>
          <p:nvPr/>
        </p:nvSpPr>
        <p:spPr/>
        <p:txBody>
          <a:bodyPr/>
          <a:lstStyle/>
          <a:p>
            <a:pPr lvl="0">
              <a:buAutoNum type="arabicPeriod"/>
            </a:pPr>
            <a:r>
              <a:rPr sz="2000">
                <a:latin typeface="Calibri"/>
              </a:rPr>
              <a:t>Numbered item one</a:t>
            </a:r>
          </a:p>
          <a:p>
            <a:pPr lvl="0">
              <a:buAutoNum type="arabicPeriod"/>
            </a:pPr>
            <a:r>
              <a:rPr sz="2000">
                <a:latin typeface="Calibri"/>
              </a:rPr>
              <a:t>Numbered item two</a:t>
            </a:r>
          </a:p>
          <a:p>
            <a:pPr lvl="1">
              <a:buAutoNum type="arabicPeriod"/>
            </a:pPr>
            <a:r>
              <a:rPr sz="2000">
                <a:latin typeface="Calibri"/>
              </a:rPr>
              <a:t>Numbered child one</a:t>
            </a:r>
          </a:p>
          <a:p>
            <a:pPr lvl="1">
              <a:buAutoNum type="arabicPeriod"/>
            </a:pPr>
            <a:r>
              <a:rPr sz="2000">
                <a:latin typeface="Calibri"/>
              </a:rPr>
              <a:t>Numbered child two</a:t>
            </a:r>
          </a:p>
        </p:txBody>
      </p:sp>
      <p:sp>
        <p:nvSpPr>
          <p:cNvPr id="4" name="Symbol List"/>
          <p:cNvSpPr/>
          <p:nvPr/>
        </p:nvSpPr>
        <p:spPr/>
        <p:txBody>
          <a:bodyPr/>
          <a:lstStyle/>
          <a:p>
            <a:pPr lvl="0">
              <a:buChar char="•"/>
            </a:pPr>
            <a:r>
              <a:rPr sz="2000">
                <a:latin typeface="Calibri"/>
              </a:rPr>
              <a:t>Symbol item one</a:t>
            </a:r>
          </a:p>
          <a:p>
            <a:pPr lvl="0">
              <a:buChar char="•"/>
            </a:pPr>
            <a:r>
              <a:rPr sz="2000">
                <a:latin typeface="Calibri"/>
              </a:rPr>
              <a:t>Symbol item two</a:t>
            </a:r>
          </a:p>
          <a:p>
            <a:pPr lvl="1">
              <a:buChar char="•"/>
            </a:pPr>
            <a:r>
              <a:rPr sz="2000">
                <a:latin typeface="Calibri"/>
              </a:rPr>
              <a:t>Symbol child one</a:t>
            </a:r>
          </a:p>
          <a:p>
            <a:pPr lvl="1">
              <a:buChar char="•"/>
            </a:pPr>
            <a:r>
              <a:rPr sz="2000">
                <a:latin typeface="Calibri"/>
              </a:rPr>
              <a:t>Symbol child two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2"/>
          <p:cNvSpPr/>
          <p:nvPr>
            <p:ph type="title"/>
          </p:nvPr>
        </p:nvSpPr>
        <p:spPr/>
        <p:txBody>
          <a:bodyPr/>
          <a:lstStyle/>
          <a:p>
            <a:r>
              <a:rPr sz="2000">
                <a:latin typeface="Calibri"/>
              </a:rPr>
              <a:t>Boundary Spacing</a:t>
            </a:r>
          </a:p>
        </p:txBody>
      </p:sp>
      <p:sp>
        <p:nvSpPr>
          <p:cNvPr id="3" name="Paragraph Spacing Boundary"/>
          <p:cNvSpPr/>
          <p:nvPr/>
        </p:nvSpPr>
        <p:spPr/>
        <p:txBody>
          <a:bodyPr/>
          <a:lstStyle/>
          <a:p>
            <a:r>
              <a:rPr sz="2000">
                <a:latin typeface="Calibri"/>
              </a:rPr>
              <a:t>Inherited spacing boundary paragraph</a:t>
            </a:r>
          </a:p>
          <a:p>
            <a:pPr>
              <a:spcAft>
                <a:spcPts val="2400"/>
              </a:spcAft>
            </a:pPr>
            <a:r>
              <a:rPr sz="2000">
                <a:latin typeface="Calibri"/>
              </a:rPr>
              <a:t>Explicit 24pt spacing boundary paragraph</a:t>
            </a:r>
          </a:p>
          <a:p>
            <a:pPr>
              <a:spcAft>
                <a:spcPts val="1200"/>
              </a:spcAft>
            </a:pPr>
            <a:r>
              <a:rPr sz="2000">
                <a:latin typeface="Calibri"/>
              </a:rPr>
              <a:t>Explicit 12pt spacing boundary paragraph</a:t>
            </a:r>
          </a:p>
        </p:txBody>
      </p:sp>
      <p:sp>
        <p:nvSpPr>
          <p:cNvPr id="4" name="Line Spacing Boundary"/>
          <p:cNvSpPr/>
          <p:nvPr/>
        </p:nvSpPr>
        <p:spPr/>
        <p:txBody>
          <a:bodyPr/>
          <a:lstStyle/>
          <a:p>
            <a:pPr>
              <a:lnSpc>
                <a:spcPct val="120000"/>
              </a:lnSpc>
            </a:pPr>
            <a:r>
              <a:rPr sz="2000">
                <a:latin typeface="Calibri"/>
              </a:rPr>
              <a:t>Percent line spacing boundary paragraph</a:t>
            </a:r>
          </a:p>
          <a:p>
            <a:pPr>
              <a:lnSpc>
                <a:spcPts val="1400"/>
              </a:lnSpc>
            </a:pPr>
            <a:r>
              <a:rPr sz="2000">
                <a:latin typeface="Calibri"/>
              </a:rPr>
              <a:t>Point line spacing boundary paragraph</a:t>
            </a:r>
          </a:p>
          <a:p>
            <a:pPr>
              <a:lnSpc>
                <a:spcPct val="120000"/>
              </a:lnSpc>
            </a:pPr>
            <a:r>
              <a:rPr sz="2000">
                <a:latin typeface="Calibri"/>
              </a:rPr>
              <a:t>Percent line spacing boundary paragraph two</a:t>
            </a:r>
          </a:p>
        </p:txBody>
      </p:sp>
    </p:spTree>
  </p:cSld>
</p:sld>
</file>