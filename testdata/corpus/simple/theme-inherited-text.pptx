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MasterIdLst>
    <p:sldMasterId id="2147483648" r:id="rIdMaster1"/>
  </p:sldMaster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Master1" Type="http://schemas.openxmlformats.org/officeDocument/2006/relationships/slideMaster" Target="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type="titleAndContent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/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Theme Inherited Text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2400"/>
              <a:t>Inherited style run</a:t>
            </a:r>
            <a:r>
              <a:rPr sz="1800">
                <a:latin typeface="Arial"/>
              </a:rPr>
              <a:t>Explicit drift run</a:t>
            </a:r>
          </a:p>
        </p:txBody>
      </p:sp>
    </p:spTree>
  </p:cSld>
</p:sld>
</file>

<file path=ppt/theme/theme1.xml><?xml version="1.0" encoding="utf-8"?>
<a:theme xmlns:a="http://schemas.openxmlformats.org/drawingml/2006/main" name="CleanDeck Theme">
  <a:themeElements>
    <a:clrScheme name="Office">
      <a:dk1>
        <a:sysClr val="windowText" lastClr="000000"/>
      </a:dk1>
      <a:lt1>
        <a:sysClr val="window" lastClr="FFFFFF"/>
      </a:lt1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