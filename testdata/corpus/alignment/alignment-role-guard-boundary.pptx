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Sz cx="9144000" cy="6858000"/>
  <p:sldIdLst>
    <p:sldId id="256" r:id="rId1"/>
  </p:sldIdLst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/>
          <p:nvPr>
            <p:ph type="title"/>
          </p:nvPr>
        </p:nvSpPr>
        <p:spPr>
          <a:xfrm>
            <a:off x="457200" y="274320"/>
            <a:ext cx="8229600" cy="6858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2800">
                <a:latin typeface="Aptos"/>
              </a:rPr>
              <a:t>Boundary: Alignment Roles</a:t>
            </a:r>
          </a:p>
        </p:txBody>
      </p:sp>
      <p:sp>
        <p:nvSpPr>
          <p:cNvPr id="3" name="Body 3"/>
          <p:cNvSpPr/>
          <p:nvPr/>
        </p:nvSpPr>
        <p:spPr>
          <a:xfrm>
            <a:off x="685800" y="1295400"/>
            <a:ext cx="7772400" cy="4114800"/>
          </a:xfrm>
          <a:prstGeom prst="rect">
            <a:avLst/>
          </a:prstGeom>
        </p:spPr>
        <p:txBody>
          <a:bodyPr wrap="square"/>
          <a:lstStyle/>
          <a:p>
            <a:pPr algn="l">
              <a:spcAft>
                <a:spcPts val="1200"/>
              </a:spcAft>
              <a:buNone/>
            </a:pPr>
            <a:r>
              <a:rPr sz="2000">
                <a:latin typeface="Aptos"/>
              </a:rPr>
              <a:t>Alignment boundary baseline one.</a:t>
            </a:r>
          </a:p>
          <a:p>
            <a:pPr algn="ctr">
              <a:spcAft>
                <a:spcPts val="1200"/>
              </a:spcAft>
              <a:buNone/>
            </a:pPr>
            <a:r>
              <a:rPr sz="2800">
                <a:latin typeface="Aptos"/>
              </a:rPr>
              <a:t>Boundary centered role must stay centered.</a:t>
            </a:r>
          </a:p>
          <a:p>
            <a:pPr algn="l">
              <a:spcAft>
                <a:spcPts val="1200"/>
              </a:spcAft>
              <a:buNone/>
            </a:pPr>
            <a:r>
              <a:rPr sz="2000">
                <a:latin typeface="Aptos"/>
              </a:rPr>
              <a:t>Alignment boundary baseline two.</a:t>
            </a:r>
          </a:p>
          <a:p>
            <a:pPr algn="l">
              <a:spcAft>
                <a:spcPts val="1200"/>
              </a:spcAft>
              <a:buNone/>
            </a:pPr>
            <a:r>
              <a:rPr sz="2000">
                <a:latin typeface="Aptos"/>
              </a:rPr>
              <a:t>Alignment boundary baseline three.</a:t>
            </a:r>
          </a:p>
          <a:p>
            <a:pPr algn="r">
              <a:spcAft>
                <a:spcPts val="1200"/>
              </a:spcAft>
              <a:buNone/>
            </a:pPr>
            <a:r>
              <a:rPr sz="2000">
                <a:latin typeface="Georgia"/>
              </a:rPr>
              <a:t>Boundary right role must stay right.</a:t>
            </a:r>
          </a:p>
          <a:p>
            <a:pPr algn="l">
              <a:spcAft>
                <a:spcPts val="1200"/>
              </a:spcAft>
              <a:buNone/>
            </a:pPr>
            <a:r>
              <a:rPr sz="2000">
                <a:latin typeface="Aptos"/>
              </a:rPr>
              <a:t>Alignment boundary baseline four.</a:t>
            </a:r>
          </a:p>
        </p:txBody>
      </p:sp>
    </p:spTree>
  </p:cSld>
</p:sld>
</file>