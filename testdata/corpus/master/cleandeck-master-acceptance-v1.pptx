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IdLst>
    <p:sldId id="256" r:id="rId1"/>
    <p:sldId id="257" r:id="rId2"/>
    <p:sldId id="258" r:id="rId3"/>
    <p:sldId id="259" r:id="rId4"/>
    <p:sldId id="260" r:id="rId5"/>
    <p:sldId id="261" r:id="rId6"/>
  </p:sldIdLst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>
                <a:latin typeface="Calibri"/>
              </a:rPr>
              <a:t>Master Acceptance: Font Roles</a:t>
            </a:r>
          </a:p>
        </p:txBody>
      </p:sp>
      <p:sp>
        <p:nvSpPr>
          <p:cNvPr id="3" name="Body 1"/>
          <p:cNvSpPr/>
          <p:nvPr/>
        </p:nvSpPr>
        <p:spPr/>
        <p:txBody>
          <a:bodyPr/>
          <a:lstStyle/>
          <a:p>
            <a:pPr>
              <a:spcAft>
                <a:spcPts val="1800"/>
              </a:spcAft>
              <a:buNone/>
            </a:pPr>
            <a:r>
              <a:rPr sz="2000">
                <a:latin typeface="Calibri"/>
              </a:rPr>
              <a:t>Baseline body paragraph establishes the local font baseline.</a:t>
            </a:r>
          </a:p>
          <a:p>
            <a:pPr>
              <a:spcAft>
                <a:spcPts val="1800"/>
              </a:spcAft>
              <a:buNone/>
            </a:pPr>
            <a:r>
              <a:rPr sz="2000">
                <a:latin typeface="Calibri"/>
              </a:rPr>
              <a:t>Mixed-run drift starts with </a:t>
            </a:r>
            <a:r>
              <a:rPr sz="2000">
                <a:latin typeface="Arial"/>
              </a:rPr>
              <a:t>Arial noise</a:t>
            </a:r>
            <a:r>
              <a:rPr sz="2000">
                <a:latin typeface="Calibri"/>
              </a:rPr>
              <a:t> inside one sentence.</a:t>
            </a:r>
          </a:p>
          <a:p>
            <a:pPr>
              <a:spcAft>
                <a:spcPts val="1800"/>
              </a:spcAft>
              <a:buNone/>
            </a:pPr>
            <a:r>
              <a:rPr sz="2000">
                <a:latin typeface="Georgia"/>
              </a:rPr>
              <a:t>Intentional Georgia callout must stay distinct.</a:t>
            </a:r>
          </a:p>
          <a:p>
            <a:pPr>
              <a:spcAft>
                <a:spcPts val="1800"/>
              </a:spcAft>
              <a:buNone/>
            </a:pPr>
            <a:r>
              <a:rPr sz="2000">
                <a:latin typeface="Calibri"/>
              </a:rPr>
              <a:t>Body paragraph returns to the baseline after the callout.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/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>
                <a:latin typeface="Calibri"/>
              </a:rPr>
              <a:t>Master Acceptance: Size Roles</a:t>
            </a:r>
          </a:p>
        </p:txBody>
      </p:sp>
      <p:sp>
        <p:nvSpPr>
          <p:cNvPr id="3" name="Body 2"/>
          <p:cNvSpPr/>
          <p:nvPr/>
        </p:nvSpPr>
        <p:spPr/>
        <p:txBody>
          <a:bodyPr/>
          <a:lstStyle/>
          <a:p>
            <a:pPr>
              <a:spcAft>
                <a:spcPts val="1800"/>
              </a:spcAft>
              <a:buNone/>
            </a:pPr>
            <a:r>
              <a:rPr sz="2000">
                <a:latin typeface="Calibri"/>
              </a:rPr>
              <a:t>Baseline body paragraph establishes the normal text size.</a:t>
            </a:r>
          </a:p>
          <a:p>
            <a:pPr>
              <a:spcAft>
                <a:spcPts val="1800"/>
              </a:spcAft>
              <a:buNone/>
            </a:pPr>
            <a:r>
              <a:rPr sz="2000">
                <a:latin typeface="Calibri"/>
              </a:rPr>
              <a:t>Mixed-size drift appears with a </a:t>
            </a:r>
            <a:r>
              <a:rPr sz="2400">
                <a:latin typeface="Calibri"/>
              </a:rPr>
              <a:t>24pt fragment</a:t>
            </a:r>
            <a:r>
              <a:rPr sz="2000">
                <a:latin typeface="Calibri"/>
              </a:rPr>
              <a:t> inside a normal sentence.</a:t>
            </a:r>
          </a:p>
          <a:p>
            <a:pPr>
              <a:spcAft>
                <a:spcPts val="1800"/>
              </a:spcAft>
              <a:buNone/>
            </a:pPr>
            <a:r>
              <a:rPr sz="2400">
                <a:latin typeface="Calibri"/>
              </a:rPr>
              <a:t>Intentional 24pt callout must stay larger.</a:t>
            </a:r>
          </a:p>
          <a:p>
            <a:pPr>
              <a:spcAft>
                <a:spcPts val="1800"/>
              </a:spcAft>
              <a:buNone/>
            </a:pPr>
            <a:r>
              <a:rPr sz="2000">
                <a:latin typeface="Calibri"/>
              </a:rPr>
              <a:t>Body paragraph returns to the normal size after the callout.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3"/>
          <p:cNvSpPr/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>
                <a:latin typeface="Calibri"/>
              </a:rPr>
              <a:t>Master Acceptance: Bullet Drift</a:t>
            </a:r>
          </a:p>
        </p:txBody>
      </p:sp>
      <p:sp>
        <p:nvSpPr>
          <p:cNvPr id="3" name="Body 3"/>
          <p:cNvSpPr/>
          <p:nvPr/>
        </p:nvSpPr>
        <p:spPr/>
        <p:txBody>
          <a:bodyPr/>
          <a:lstStyle/>
          <a:p>
            <a:pPr>
              <a:buNone/>
            </a:pPr>
            <a:r>
              <a:rPr sz="2000">
                <a:latin typeface="Calibri"/>
              </a:rPr>
              <a:t>The list below contains one indentation jump that should close safely.</a:t>
            </a:r>
          </a:p>
          <a:p>
            <a:pPr lvl="0">
              <a:buChar char="•"/>
            </a:pPr>
            <a:r>
              <a:rPr sz="2000">
                <a:latin typeface="Calibri"/>
              </a:rPr>
              <a:t>Root bullet alpha</a:t>
            </a:r>
          </a:p>
          <a:p>
            <a:pPr lvl="0">
              <a:buChar char="•"/>
            </a:pPr>
            <a:r>
              <a:rPr sz="2000">
                <a:latin typeface="Calibri"/>
              </a:rPr>
              <a:t>Root bullet beta</a:t>
            </a:r>
          </a:p>
          <a:p>
            <a:pPr lvl="2">
              <a:buChar char="•"/>
            </a:pPr>
            <a:r>
              <a:rPr sz="2000">
                <a:latin typeface="Calibri"/>
              </a:rPr>
              <a:t>Unexpected deep indent</a:t>
            </a:r>
          </a:p>
          <a:p>
            <a:pPr lvl="0">
              <a:buChar char="•"/>
            </a:pPr>
            <a:r>
              <a:rPr sz="2000">
                <a:latin typeface="Calibri"/>
              </a:rPr>
              <a:t>Root bullet gamma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4"/>
          <p:cNvSpPr/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>
                <a:latin typeface="Calibri"/>
              </a:rPr>
              <a:t>Master Acceptance: Alignment Drift</a:t>
            </a:r>
          </a:p>
        </p:txBody>
      </p:sp>
      <p:sp>
        <p:nvSpPr>
          <p:cNvPr id="3" name="Body 4"/>
          <p:cNvSpPr/>
          <p:nvPr/>
        </p:nvSpPr>
        <p:spPr/>
        <p:txBody>
          <a:bodyPr/>
          <a:lstStyle/>
          <a:p>
            <a:pPr algn="l">
              <a:buNone/>
            </a:pPr>
            <a:r>
              <a:rPr sz="2000">
                <a:latin typeface="Calibri"/>
              </a:rPr>
              <a:t>Left aligned baseline paragraph one.</a:t>
            </a:r>
          </a:p>
          <a:p>
            <a:pPr algn="l">
              <a:buNone/>
            </a:pPr>
            <a:r>
              <a:rPr sz="2000">
                <a:latin typeface="Calibri"/>
              </a:rPr>
              <a:t>Left aligned baseline paragraph two.</a:t>
            </a:r>
          </a:p>
          <a:p>
            <a:pPr algn="ctr">
              <a:buNone/>
            </a:pPr>
            <a:r>
              <a:rPr sz="2000">
                <a:latin typeface="Calibri"/>
              </a:rPr>
              <a:t>Centered outlier paragraph.</a:t>
            </a:r>
          </a:p>
          <a:p>
            <a:pPr algn="l">
              <a:buNone/>
            </a:pPr>
            <a:r>
              <a:rPr sz="2000">
                <a:latin typeface="Calibri"/>
              </a:rPr>
              <a:t>Left aligned baseline paragraph three.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5"/>
          <p:cNvSpPr/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>
                <a:latin typeface="Calibri"/>
              </a:rPr>
              <a:t>Master Acceptance: Paragraph Spacing Drift</a:t>
            </a:r>
          </a:p>
        </p:txBody>
      </p:sp>
      <p:sp>
        <p:nvSpPr>
          <p:cNvPr id="3" name="Body 5"/>
          <p:cNvSpPr/>
          <p:nvPr/>
        </p:nvSpPr>
        <p:spPr/>
        <p:txBody>
          <a:bodyPr/>
          <a:lstStyle/>
          <a:p>
            <a:pPr>
              <a:spcBef>
                <a:spcPts val="600"/>
              </a:spcBef>
              <a:spcAft>
                <a:spcPts val="1800"/>
              </a:spcAft>
              <a:buNone/>
            </a:pPr>
            <a:r>
              <a:rPr sz="2000">
                <a:latin typeface="Calibri"/>
              </a:rPr>
              <a:t>Paragraph spacing baseline one.</a:t>
            </a:r>
          </a:p>
          <a:p>
            <a:pPr>
              <a:spcBef>
                <a:spcPts val="600"/>
              </a:spcBef>
              <a:spcAft>
                <a:spcPts val="1800"/>
              </a:spcAft>
              <a:buNone/>
            </a:pPr>
            <a:r>
              <a:rPr sz="2000">
                <a:latin typeface="Calibri"/>
              </a:rPr>
              <a:t>Paragraph spacing baseline two.</a:t>
            </a:r>
          </a:p>
          <a:p>
            <a:pPr>
              <a:spcBef>
                <a:spcPts val="0"/>
              </a:spcBef>
              <a:spcAft>
                <a:spcPts val="4000"/>
              </a:spcAft>
              <a:buNone/>
            </a:pPr>
            <a:r>
              <a:rPr sz="2000">
                <a:latin typeface="Calibri"/>
              </a:rPr>
              <a:t>Paragraph spacing outlier should normalize.</a:t>
            </a:r>
          </a:p>
          <a:p>
            <a:pPr>
              <a:spcBef>
                <a:spcPts val="600"/>
              </a:spcBef>
              <a:spcAft>
                <a:spcPts val="1800"/>
              </a:spcAft>
              <a:buNone/>
            </a:pPr>
            <a:r>
              <a:rPr sz="2000">
                <a:latin typeface="Calibri"/>
              </a:rPr>
              <a:t>Paragraph spacing baseline three.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6"/>
          <p:cNvSpPr/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sz="2800">
                <a:latin typeface="Calibri"/>
              </a:rPr>
              <a:t>Master Acceptance: Line Spacing Drift</a:t>
            </a:r>
          </a:p>
        </p:txBody>
      </p:sp>
      <p:sp>
        <p:nvSpPr>
          <p:cNvPr id="3" name="Body 6"/>
          <p:cNvSpPr/>
          <p:nvPr/>
        </p:nvSpPr>
        <p:spPr/>
        <p:txBody>
          <a:bodyPr/>
          <a:lstStyle/>
          <a:p>
            <a:pPr>
              <a:lnSpc>
                <a:spcPct val="120000"/>
              </a:lnSpc>
              <a:buNone/>
            </a:pPr>
            <a:r>
              <a:rPr sz="2000">
                <a:latin typeface="Calibri"/>
              </a:rPr>
              <a:t>Line spacing baseline one.</a:t>
            </a:r>
          </a:p>
          <a:p>
            <a:pPr>
              <a:lnSpc>
                <a:spcPct val="120000"/>
              </a:lnSpc>
              <a:buNone/>
            </a:pPr>
            <a:r>
              <a:rPr sz="2000">
                <a:latin typeface="Calibri"/>
              </a:rPr>
              <a:t>Line spacing baseline two.</a:t>
            </a:r>
          </a:p>
          <a:p>
            <a:pPr>
              <a:lnSpc>
                <a:spcPct val="145000"/>
              </a:lnSpc>
              <a:buNone/>
            </a:pPr>
            <a:r>
              <a:rPr sz="2000">
                <a:latin typeface="Calibri"/>
              </a:rPr>
              <a:t>Line spacing outlier should normalize.</a:t>
            </a:r>
          </a:p>
          <a:p>
            <a:pPr>
              <a:lnSpc>
                <a:spcPct val="120000"/>
              </a:lnSpc>
              <a:buNone/>
            </a:pPr>
            <a:r>
              <a:rPr sz="2000">
                <a:latin typeface="Calibri"/>
              </a:rPr>
              <a:t>Line spacing baseline three.</a:t>
            </a:r>
          </a:p>
        </p:txBody>
      </p:sp>
    </p:spTree>
  </p:cSld>
</p:sld>
</file>