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Template Deck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r>
              <a:rPr sz="2200">
                <a:latin typeface="Calibri"/>
              </a:rPr>
              <a:t>Body placeholder</a:t>
            </a:r>
            <a:r>
              <a:rPr sz="1800">
                <a:latin typeface="Arial"/>
              </a:rPr>
              <a:t>Drift node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Template Deck Appendix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r>
              <a:rPr sz="2200">
                <a:latin typeface="Calibri"/>
              </a:rPr>
              <a:t>Stable appendix copy</a:t>
            </a:r>
          </a:p>
        </p:txBody>
      </p:sp>
    </p:spTree>
  </p:cSld>
</p:sld>
</file>