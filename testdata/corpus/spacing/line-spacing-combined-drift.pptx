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Edge Drift"/>
          <p:cNvSpPr/>
          <p:nvPr/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sz="2400">
                <a:latin typeface="Calibri"/>
              </a:rPr>
              <a:t>Alpha</a:t>
            </a:r>
          </a:p>
          <a:p>
            <a:pPr>
              <a:lnSpc>
                <a:spcPct val="120000"/>
              </a:lnSpc>
            </a:pPr>
            <a:r>
              <a:rPr sz="2400">
                <a:latin typeface="Calibri"/>
              </a:rPr>
              <a:t>Beta</a:t>
            </a:r>
          </a:p>
          <a:p>
            <a:pPr>
              <a:lnSpc>
                <a:spcPct val="120000"/>
              </a:lnSpc>
            </a:pPr>
            <a:r>
              <a:rPr sz="2400">
                <a:latin typeface="Calibri"/>
              </a:rPr>
              <a:t>Gamma</a:t>
            </a:r>
          </a:p>
          <a:p>
            <a:pPr>
              <a:lnSpc>
                <a:spcPct val="140000"/>
              </a:lnSpc>
            </a:pPr>
            <a:r>
              <a:rPr sz="2400">
                <a:latin typeface="Calibri"/>
              </a:rPr>
              <a:t>Delta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A"/>
          <p:cNvSpPr/>
          <p:nvPr/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sz="2400">
                <a:latin typeface="Calibri"/>
              </a:rPr>
              <a:t>Alpha</a:t>
            </a:r>
          </a:p>
          <a:p>
            <a:pPr>
              <a:lnSpc>
                <a:spcPct val="120000"/>
              </a:lnSpc>
            </a:pPr>
            <a:r>
              <a:rPr sz="2400">
                <a:latin typeface="Calibri"/>
              </a:rPr>
              <a:t>Beta</a:t>
            </a:r>
          </a:p>
        </p:txBody>
      </p:sp>
      <p:sp>
        <p:nvSpPr>
          <p:cNvPr id="3" name="Body B"/>
          <p:cNvSpPr/>
          <p:nvPr/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sz="2400">
                <a:latin typeface="Calibri"/>
              </a:rPr>
              <a:t>Gamma</a:t>
            </a:r>
          </a:p>
          <a:p>
            <a:pPr>
              <a:lnSpc>
                <a:spcPct val="120000"/>
              </a:lnSpc>
            </a:pPr>
            <a:r>
              <a:rPr sz="2400">
                <a:latin typeface="Calibri"/>
              </a:rPr>
              <a:t>Delta</a:t>
            </a:r>
          </a:p>
        </p:txBody>
      </p:sp>
      <p:sp>
        <p:nvSpPr>
          <p:cNvPr id="4" name="Body Target"/>
          <p:cNvSpPr/>
          <p:nvPr/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sz="2400">
                <a:latin typeface="Calibri"/>
              </a:rPr>
              <a:t>Epsilon</a:t>
            </a:r>
          </a:p>
          <a:p>
            <a:pPr>
              <a:lnSpc>
                <a:spcPct val="140000"/>
              </a:lnSpc>
            </a:pPr>
            <a:r>
              <a:rPr sz="2400">
                <a:latin typeface="Calibri"/>
              </a:rPr>
              <a:t>Zeta</a:t>
            </a:r>
          </a:p>
        </p:txBody>
      </p:sp>
    </p:spTree>
  </p:cSld>
</p:sld>
</file>