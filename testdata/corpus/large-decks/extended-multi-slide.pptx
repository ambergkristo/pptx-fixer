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1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1</a:t>
            </a:r>
            <a:r>
              <a:rPr sz="1800">
                <a:latin typeface="Arial"/>
              </a:rPr>
              <a:t>Drift body 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2</a:t>
            </a:r>
          </a:p>
        </p:txBody>
      </p:sp>
      <p:sp>
        <p:nvSpPr>
          <p:cNvPr id="3" name="Body 2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2</a:t>
            </a:r>
            <a:r>
              <a:rPr sz="2400">
                <a:latin typeface="Calibri"/>
              </a:rPr>
              <a:t>Drift body 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3</a:t>
            </a:r>
          </a:p>
        </p:txBody>
      </p:sp>
      <p:sp>
        <p:nvSpPr>
          <p:cNvPr id="3" name="Body 3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3</a:t>
            </a:r>
            <a:r>
              <a:rPr sz="2400">
                <a:latin typeface="Arial"/>
              </a:rPr>
              <a:t>Drift body 3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4</a:t>
            </a:r>
          </a:p>
        </p:txBody>
      </p:sp>
      <p:sp>
        <p:nvSpPr>
          <p:cNvPr id="3" name="Body 4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4</a:t>
            </a:r>
            <a:r>
              <a:rPr sz="1800">
                <a:latin typeface="Calibri"/>
              </a:rPr>
              <a:t>Drift body 4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5</a:t>
            </a:r>
          </a:p>
        </p:txBody>
      </p:sp>
      <p:sp>
        <p:nvSpPr>
          <p:cNvPr id="3" name="Body 5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5</a:t>
            </a:r>
            <a:r>
              <a:rPr sz="2400">
                <a:latin typeface="Arial"/>
              </a:rPr>
              <a:t>Drift body 5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6</a:t>
            </a:r>
          </a:p>
        </p:txBody>
      </p:sp>
      <p:sp>
        <p:nvSpPr>
          <p:cNvPr id="3" name="Body 6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6</a:t>
            </a:r>
            <a:r>
              <a:rPr sz="2400">
                <a:latin typeface="Calibri"/>
              </a:rPr>
              <a:t>Drift body 6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7</a:t>
            </a:r>
          </a:p>
        </p:txBody>
      </p:sp>
      <p:sp>
        <p:nvSpPr>
          <p:cNvPr id="3" name="Body 7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7</a:t>
            </a:r>
            <a:r>
              <a:rPr sz="1800">
                <a:latin typeface="Arial"/>
              </a:rPr>
              <a:t>Drift body 7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8</a:t>
            </a:r>
          </a:p>
        </p:txBody>
      </p:sp>
      <p:sp>
        <p:nvSpPr>
          <p:cNvPr id="3" name="Body 8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8</a:t>
            </a:r>
            <a:r>
              <a:rPr sz="2400">
                <a:latin typeface="Calibri"/>
              </a:rPr>
              <a:t>Drift body 8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9</a:t>
            </a:r>
          </a:p>
        </p:txBody>
      </p:sp>
      <p:sp>
        <p:nvSpPr>
          <p:cNvPr id="3" name="Body 9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9</a:t>
            </a:r>
            <a:r>
              <a:rPr sz="2400">
                <a:latin typeface="Arial"/>
              </a:rPr>
              <a:t>Drift body 9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10</a:t>
            </a:r>
          </a:p>
        </p:txBody>
      </p:sp>
      <p:sp>
        <p:nvSpPr>
          <p:cNvPr id="3" name="Body 10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10</a:t>
            </a:r>
            <a:r>
              <a:rPr sz="1800">
                <a:latin typeface="Calibri"/>
              </a:rPr>
              <a:t>Drift body 10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11</a:t>
            </a:r>
          </a:p>
        </p:txBody>
      </p:sp>
      <p:sp>
        <p:nvSpPr>
          <p:cNvPr id="3" name="Body 11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11</a:t>
            </a:r>
            <a:r>
              <a:rPr sz="2400">
                <a:latin typeface="Arial"/>
              </a:rPr>
              <a:t>Drift body 11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Extended Slide 12</a:t>
            </a:r>
          </a:p>
        </p:txBody>
      </p:sp>
      <p:sp>
        <p:nvSpPr>
          <p:cNvPr id="3" name="Body 12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Baseline body 12</a:t>
            </a:r>
            <a:r>
              <a:rPr sz="2400">
                <a:latin typeface="Calibri"/>
              </a:rPr>
              <a:t>Drift body 12</a:t>
            </a:r>
          </a:p>
        </p:txBody>
      </p:sp>
    </p:spTree>
  </p:cSld>
</p:sld>
</file>