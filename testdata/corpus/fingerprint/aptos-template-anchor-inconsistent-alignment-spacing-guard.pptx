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Oak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Target Body 1"/>
          <p:cNvSpPr/>
          <p:nvPr/>
        </p:nvSpPr>
        <p:spPr/>
        <p:txBody>
          <a:bodyPr/>
          <a:lstStyle/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Birch</a:t>
            </a:r>
          </a:p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Stable Body B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Maple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Spruce</a:t>
            </a:r>
          </a:p>
        </p:txBody>
      </p:sp>
      <p:sp>
        <p:nvSpPr>
          <p:cNvPr id="5" name="Inherited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Loose</a:t>
            </a:r>
            <a:r>
              <a:rPr/>
              <a:t>Theme</a:t>
            </a:r>
          </a:p>
        </p:txBody>
      </p:sp>
      <p:sp>
        <p:nvSpPr>
          <p:cNvPr id="6" name="Size Mix Noise 1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Variant</a:t>
            </a:r>
            <a:r>
              <a:rPr sz="2200">
                <a:latin typeface="Aptos"/>
              </a:rPr>
              <a:t>Mix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table Body A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Willow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Alder</a:t>
            </a:r>
          </a:p>
        </p:txBody>
      </p:sp>
      <p:sp>
        <p:nvSpPr>
          <p:cNvPr id="3" name="Target Body 2"/>
          <p:cNvSpPr/>
          <p:nvPr/>
        </p:nvSpPr>
        <p:spPr/>
        <p:txBody>
          <a:bodyPr/>
          <a:lstStyle/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Beech</a:t>
            </a:r>
          </a:p>
          <a:p>
            <a:pPr algn="ctr">
              <a:spcBef>
                <a:spcPts val="800"/>
              </a:spcBef>
            </a:pPr>
            <a:r>
              <a:rPr sz="2000">
                <a:latin typeface="Aptos"/>
              </a:rPr>
              <a:t>Ash</a:t>
            </a:r>
          </a:p>
        </p:txBody>
      </p:sp>
      <p:sp>
        <p:nvSpPr>
          <p:cNvPr id="4" name="Stable Body B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Fir</a:t>
            </a:r>
          </a:p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Elm</a:t>
            </a:r>
          </a:p>
        </p:txBody>
      </p:sp>
      <p:sp>
        <p:nvSpPr>
          <p:cNvPr id="5" name="Inherited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Layer</a:t>
            </a:r>
            <a:r>
              <a:rPr/>
              <a:t>Master</a:t>
            </a:r>
          </a:p>
        </p:txBody>
      </p:sp>
      <p:sp>
        <p:nvSpPr>
          <p:cNvPr id="6" name="Size Mix Noise 2"/>
          <p:cNvSpPr/>
          <p:nvPr/>
        </p:nvSpPr>
        <p:spPr/>
        <p:txBody>
          <a:bodyPr/>
          <a:lstStyle/>
          <a:p>
            <a:pPr algn="l">
              <a:spcBef>
                <a:spcPts val="400"/>
              </a:spcBef>
            </a:pPr>
            <a:r>
              <a:rPr sz="2000">
                <a:latin typeface="Aptos"/>
              </a:rPr>
              <a:t>Offset</a:t>
            </a:r>
            <a:r>
              <a:rPr sz="2200">
                <a:latin typeface="Aptos"/>
              </a:rPr>
              <a:t>Blend</a:t>
            </a:r>
          </a:p>
        </p:txBody>
      </p:sp>
    </p:spTree>
  </p:cSld>
</p:sld>
</file>