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  <p:sldId id="257" r:id="rId2"/>
  </p:sldIdLst>
  <p:sldSz cx="9144000" cy="5143500"/>
  <p:notesSz cx="6858000" cy="9144000"/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A"/>
          <p:cNvSpPr/>
          <p:nvPr/>
        </p:nvSpPr>
        <p:spPr/>
        <p:txBody>
          <a:bodyPr/>
          <a:lstStyle/>
          <a:p>
            <a:pPr algn="l"/>
            <a:r>
              <a:rPr sz="2000">
                <a:latin typeface="Aptos"/>
              </a:rPr>
              <a:t>Oak</a:t>
            </a:r>
          </a:p>
          <a:p>
            <a:pPr algn="l"/>
            <a:r>
              <a:rPr sz="2000">
                <a:latin typeface="Aptos"/>
              </a:rPr>
              <a:t>Pine</a:t>
            </a:r>
          </a:p>
        </p:txBody>
      </p:sp>
      <p:sp>
        <p:nvSpPr>
          <p:cNvPr id="3" name="Body B"/>
          <p:cNvSpPr/>
          <p:nvPr/>
        </p:nvSpPr>
        <p:spPr/>
        <p:txBody>
          <a:bodyPr/>
          <a:lstStyle/>
          <a:p>
            <a:pPr algn="l"/>
            <a:r>
              <a:rPr sz="2000">
                <a:latin typeface="Aptos"/>
              </a:rPr>
              <a:t>Birch</a:t>
            </a:r>
          </a:p>
          <a:p>
            <a:pPr algn="l"/>
            <a:r>
              <a:rPr sz="2000">
                <a:latin typeface="Aptos"/>
              </a:rPr>
              <a:t>Cedar</a:t>
            </a:r>
          </a:p>
        </p:txBody>
      </p:sp>
      <p:sp>
        <p:nvSpPr>
          <p:cNvPr id="4" name="Body Target 1"/>
          <p:cNvSpPr/>
          <p:nvPr/>
        </p:nvSpPr>
        <p:spPr/>
        <p:txBody>
          <a:bodyPr/>
          <a:lstStyle/>
          <a:p>
            <a:pPr algn="l"/>
            <a:r>
              <a:rPr sz="2000">
                <a:latin typeface="Arial"/>
              </a:rPr>
              <a:t>Maple</a:t>
            </a:r>
          </a:p>
          <a:p>
            <a:pPr algn="l"/>
            <a:r>
              <a:rPr sz="2000">
                <a:latin typeface="Aptos"/>
              </a:rPr>
              <a:t>Spruce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C"/>
          <p:cNvSpPr/>
          <p:nvPr/>
        </p:nvSpPr>
        <p:spPr/>
        <p:txBody>
          <a:bodyPr/>
          <a:lstStyle/>
          <a:p>
            <a:pPr algn="l"/>
            <a:r>
              <a:rPr sz="2000">
                <a:latin typeface="Aptos"/>
              </a:rPr>
              <a:t>Willow</a:t>
            </a:r>
          </a:p>
          <a:p>
            <a:pPr algn="l"/>
            <a:r>
              <a:rPr sz="2000">
                <a:latin typeface="Aptos"/>
              </a:rPr>
              <a:t>Alder</a:t>
            </a:r>
          </a:p>
        </p:txBody>
      </p:sp>
      <p:sp>
        <p:nvSpPr>
          <p:cNvPr id="3" name="Body D"/>
          <p:cNvSpPr/>
          <p:nvPr/>
        </p:nvSpPr>
        <p:spPr/>
        <p:txBody>
          <a:bodyPr/>
          <a:lstStyle/>
          <a:p>
            <a:pPr algn="l"/>
            <a:r>
              <a:rPr sz="2000">
                <a:latin typeface="Aptos"/>
              </a:rPr>
              <a:t>Beech</a:t>
            </a:r>
          </a:p>
          <a:p>
            <a:pPr algn="l"/>
            <a:r>
              <a:rPr sz="2000">
                <a:latin typeface="Aptos"/>
              </a:rPr>
              <a:t>Ash</a:t>
            </a:r>
          </a:p>
        </p:txBody>
      </p:sp>
      <p:sp>
        <p:nvSpPr>
          <p:cNvPr id="4" name="Body Target 2"/>
          <p:cNvSpPr/>
          <p:nvPr/>
        </p:nvSpPr>
        <p:spPr/>
        <p:txBody>
          <a:bodyPr/>
          <a:lstStyle/>
          <a:p>
            <a:pPr algn="l"/>
            <a:r>
              <a:rPr sz="2000">
                <a:latin typeface="Aptos"/>
              </a:rPr>
              <a:t>Fir</a:t>
            </a:r>
          </a:p>
          <a:p>
            <a:pPr algn="l"/>
            <a:r>
              <a:rPr sz="2200">
                <a:latin typeface="Arial"/>
              </a:rPr>
              <a:t>Elm</a:t>
            </a:r>
          </a:p>
        </p:txBody>
      </p:sp>
    </p:spTree>
  </p:cSld>
</p:sld>
</file>