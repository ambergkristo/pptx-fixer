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Oak</a:t>
            </a:r>
          </a:p>
          <a:p>
            <a:pPr algn="l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Birch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 1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Maple</a:t>
            </a:r>
          </a:p>
          <a:p>
            <a:pPr algn="l"/>
            <a:r>
              <a:rPr sz="2000">
                <a:latin typeface="Aptos"/>
              </a:rPr>
              <a:t>Spruce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Willow</a:t>
            </a:r>
          </a:p>
          <a:p>
            <a:pPr algn="l"/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Beech</a:t>
            </a:r>
          </a:p>
          <a:p>
            <a:pPr algn="l"/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Body Target 2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Fir</a:t>
            </a:r>
          </a:p>
          <a:p>
            <a:pPr algn="l"/>
            <a:r>
              <a:rPr sz="2000">
                <a:latin typeface="Aptos"/>
              </a:rPr>
              <a:t>Elm</a:t>
            </a:r>
          </a:p>
        </p:txBody>
      </p:sp>
    </p:spTree>
  </p:cSld>
</p:sld>
</file>