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Oak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Birch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Beech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