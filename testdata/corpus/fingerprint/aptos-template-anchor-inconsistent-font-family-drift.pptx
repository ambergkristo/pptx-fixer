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Oak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rial"/>
              </a:rPr>
              <a:t>Birch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Beech</a:t>
            </a:r>
          </a:p>
          <a:p>
            <a:pPr algn="l">
              <a:spcBef>
                <a:spcPts val="400"/>
              </a:spcBef>
            </a:pPr>
            <a:r>
              <a:rPr sz="2200">
                <a:latin typeface="Arial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